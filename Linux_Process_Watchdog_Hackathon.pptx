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98755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87DBD3"/>
                </a:solidFill>
                <a:latin typeface="Aptos"/>
              </a:defRPr>
            </a:pPr>
            <a:r>
              <a:t>HACKATHON PROJECT  |  OPERATING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149840" cy="1325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Linux Process Watchdog</a:t>
            </a:r>
            <a:br/>
            <a:r>
              <a:t>&amp; Auto-Restart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657600"/>
            <a:ext cx="896112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900" b="0">
                <a:solidFill>
                  <a:srgbClr val="DCE4ED"/>
                </a:solidFill>
                <a:latin typeface="Aptos"/>
              </a:defRPr>
            </a:pPr>
            <a:r>
              <a:t>A lightweight monitor that detects unexpected process termination</a:t>
            </a:r>
            <a:br/>
            <a:r>
              <a:t>and attempts to restart the selected program.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806440"/>
            <a:ext cx="77724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BECCDB"/>
                </a:solidFill>
                <a:latin typeface="Aptos"/>
              </a:defRPr>
            </a:pPr>
            <a:r>
              <a:t>Presented by: [Your Name / Team]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600" b="1">
                <a:solidFill>
                  <a:srgbClr val="14263F"/>
                </a:solidFill>
                <a:latin typeface="Aptos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822960" cy="54864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666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2578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006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00600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Important programs may stop because of errors or unexpected exits.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A stopped service can interrupt a workflow until someone notices.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Manually checking and restarting programs takes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2578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006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OUR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4800600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Monitor a user-selected process at regular intervals.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Detect when the process is no longer running.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Restart it automatically and record the event.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Goal: improve availability with a simple, understandable watchdog.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600" b="1">
                <a:solidFill>
                  <a:srgbClr val="14263F"/>
                </a:solidFill>
                <a:latin typeface="Aptos"/>
              </a:defRPr>
            </a:pPr>
            <a:r>
              <a:t>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822960" cy="54864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666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Oval 4"/>
          <p:cNvSpPr/>
          <p:nvPr/>
        </p:nvSpPr>
        <p:spPr>
          <a:xfrm>
            <a:off x="1435607" y="1600200"/>
            <a:ext cx="713232" cy="713232"/>
          </a:xfrm>
          <a:prstGeom prst="ellipse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14263F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90672"/>
            <a:ext cx="22402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566678"/>
                </a:solidFill>
                <a:latin typeface="Aptos"/>
              </a:defRPr>
            </a:pPr>
            <a:r>
              <a:t>Choose the program</a:t>
            </a:r>
            <a:br/>
            <a:r>
              <a:t>or process to monitor.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01952"/>
            <a:ext cx="914400" cy="32004"/>
          </a:xfrm>
          <a:prstGeom prst="rect">
            <a:avLst/>
          </a:prstGeom>
          <a:solidFill>
            <a:srgbClr val="B4C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15968" y="1600200"/>
            <a:ext cx="713232" cy="713232"/>
          </a:xfrm>
          <a:prstGeom prst="ellipse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14263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3090672"/>
            <a:ext cx="22402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566678"/>
                </a:solidFill>
                <a:latin typeface="Aptos"/>
              </a:defRPr>
            </a:pPr>
            <a:r>
              <a:t>Check whether the</a:t>
            </a:r>
            <a:br/>
            <a:r>
              <a:t>process is still running.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1901952"/>
            <a:ext cx="914400" cy="32004"/>
          </a:xfrm>
          <a:prstGeom prst="rect">
            <a:avLst/>
          </a:prstGeom>
          <a:solidFill>
            <a:srgbClr val="B4C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96328" y="1600200"/>
            <a:ext cx="713232" cy="713232"/>
          </a:xfrm>
          <a:prstGeom prst="ellipse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560320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14263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90672"/>
            <a:ext cx="22402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566678"/>
                </a:solidFill>
                <a:latin typeface="Aptos"/>
              </a:defRPr>
            </a:pPr>
            <a:r>
              <a:t>If it exits unexpectedly,</a:t>
            </a:r>
            <a:br/>
            <a:r>
              <a:t>identify the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01952"/>
            <a:ext cx="914400" cy="32004"/>
          </a:xfrm>
          <a:prstGeom prst="rect">
            <a:avLst/>
          </a:prstGeom>
          <a:solidFill>
            <a:srgbClr val="B4C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76688" y="1600200"/>
            <a:ext cx="713232" cy="713232"/>
          </a:xfrm>
          <a:prstGeom prst="ellipse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560320"/>
            <a:ext cx="2057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14263F"/>
                </a:solidFill>
                <a:latin typeface="Aptos"/>
              </a:defRPr>
            </a:pPr>
            <a:r>
              <a:t>Restart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090672"/>
            <a:ext cx="224028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566678"/>
                </a:solidFill>
                <a:latin typeface="Aptos"/>
              </a:defRPr>
            </a:pPr>
            <a:r>
              <a:t>Launch it again and</a:t>
            </a:r>
            <a:br/>
            <a:r>
              <a:t>write a log entry.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102412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54880"/>
            <a:ext cx="97840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230368"/>
            <a:ext cx="9784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Keep the monitor separate from the program being watched; limit restart attempts to avoid endless crash loops.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600" b="1">
                <a:solidFill>
                  <a:srgbClr val="14263F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822960" cy="54864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666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2578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006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TOOLS &amp;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0060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Language: C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Platform: Linux / Ubuntu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Process creation and monitoring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Process IDs (PIDs), signals and wait status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Text log for restart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2578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006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480060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Choose a command to run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Detect process exit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Restart after a short delay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Show restart count and status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Stop safely with a user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25312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008782"/>
                </a:solidFill>
                <a:latin typeface="Aptos"/>
              </a:defRPr>
            </a:pPr>
            <a:r>
              <a:t>Prototype scope: monitor one selected command; later extend to multiple processes.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600" b="1">
                <a:solidFill>
                  <a:srgbClr val="14263F"/>
                </a:solidFill>
                <a:latin typeface="Aptos"/>
              </a:defRPr>
            </a:pPr>
            <a:r>
              <a:t>Expected Outcome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822960" cy="54864"/>
          </a:xfrm>
          <a:prstGeom prst="rect">
            <a:avLst/>
          </a:prstGeom>
          <a:solidFill>
            <a:srgbClr val="00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666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2578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006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800600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A working C prototype that monitors a process.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Automatic restart when the monitored process exits.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A simple log showing restart attempts.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Less need for manual supervision in the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2578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48006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008782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84248"/>
            <a:ext cx="4800600" cy="3447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Monitor multiple processes at once.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Add restart limits and back-off delay.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Create a status dashboard.</a:t>
            </a:r>
          </a:p>
          <a:p>
            <a:pPr>
              <a:spcAft>
                <a:spcPts val="1200"/>
              </a:spcAft>
              <a:defRPr sz="1600">
                <a:solidFill>
                  <a:srgbClr val="14263F"/>
                </a:solidFill>
                <a:latin typeface="Aptos"/>
              </a:defRPr>
            </a:pPr>
            <a:r>
              <a:t>•  Send alerts when repeated failures occur.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008782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